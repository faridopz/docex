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DOCex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41248" y="2788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Deterministic-first document intelligence for compliance &amp; finance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that resolves ~80% of compliance checks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pPr indent="0" marL="0">
              <a:buNone/>
            </a:pPr>
            <a:r>
              <a:rPr lang="en-US" sz="15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reserving the LLM only for genuine judgment.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49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Farid Abdurrahman   ·   Full-stack + AI systems   ·   Independent project (synthetic data)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241280" y="137160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finance teams drown in documents — and the obvious AI fix is the wrong 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by hand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voucher, invoice and application by hand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invoice ↔ PO ↔ delivery note manually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receipts; hunt for duplicates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policy from memory, differently each time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0E1B33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naive fix: “throw it at an LLM”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537960" y="289864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967728" y="2834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seconds per document, per rule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37960" y="364845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967728" y="35844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tokens for work code does free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4398264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967728" y="43342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same input can vary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514807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967728" y="50840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for payments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“usually right” isn’t good enough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decision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when </a:t>
            </a:r>
            <a:pPr indent="0" marL="0">
              <a:buNone/>
            </a:pPr>
            <a:r>
              <a:rPr lang="en-US" sz="4600" b="1" i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use the LLM.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number off a labelled field, matching a PO to an invoice, summing receipts, spotting a duplicate — these are solved, deterministic problems. Code does them in microseconds, for free, and never hallucinates. The model is the last resort, not the first.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“AI products” wrap an LLM. DOCex uses it as little as possible — which is exactly what makes it fast, cheap, auditable, and model-proof.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a layered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as cheap and reliable as possible. Work only escalates when it truly needs judgment.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2331720"/>
          </a:xfrm>
          <a:prstGeom prst="roundRect">
            <a:avLst>
              <a:gd name="adj" fmla="val 3529"/>
            </a:avLst>
          </a:prstGeom>
          <a:solidFill>
            <a:srgbClr val="E8F7F0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code, runs first  </a:t>
            </a:r>
            <a:pPr indent="0" marL="0">
              <a:buNone/>
            </a:pPr>
            <a:r>
              <a:rPr lang="en-US" sz="1350" dirty="0">
                <a:solidFill>
                  <a:srgbClr val="3A4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~milliseconds · zero tokens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1975104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197510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(PDF/DOCX/XLSX)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871216" y="2606040"/>
            <a:ext cx="210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026664" y="2606040"/>
            <a:ext cx="1975104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2606040"/>
            <a:ext cx="197510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83480" y="2606040"/>
            <a:ext cx="210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38928" y="2606040"/>
            <a:ext cx="1975104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2606040"/>
            <a:ext cx="197510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95744" y="2606040"/>
            <a:ext cx="210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251192" y="2606040"/>
            <a:ext cx="1975104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1192" y="2606040"/>
            <a:ext cx="197510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208008" y="2606040"/>
            <a:ext cx="210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363456" y="2606040"/>
            <a:ext cx="1975104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63456" y="2606040"/>
            <a:ext cx="197510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→ 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escalate only what needs judgment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88920" y="4754880"/>
            <a:ext cx="6583680" cy="1417320"/>
          </a:xfrm>
          <a:prstGeom prst="roundRect">
            <a:avLst>
              <a:gd name="adj" fmla="val 5806"/>
            </a:avLst>
          </a:prstGeom>
          <a:solidFill>
            <a:srgbClr val="0E1B33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063240" y="489204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judgment only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extraction · nuanced rules · explanation · drafting — grounded with the code-extracted facts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deterministic engine — the moat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domain-agnostic modules. All code, all fast — the part a next-gen model can’t commoditise.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945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‹›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17627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fast_extract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— PDF/DOCX/Excel to text (PyMuPDF, fallbacks)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92024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1945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‹›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02352" y="217627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fast_fields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69748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Labelled-regex field pull — amounts, invoice/PO/GRN, dates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192024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21945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‹›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87384" y="217627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doc_completeness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84464" y="269748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Signature-matching — are the required documents present?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93192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‹›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91363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policy_rules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43484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→ structured, citeable rulebook — no model call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25112" y="365760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393192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‹›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02352" y="391363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payment_checks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99432" y="443484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match + duplicate-payment detection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10144" y="365760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66176" y="393192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26617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‹›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87384" y="391363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84464" y="443484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Travel-advance retirement reconciliation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LLM earns its place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deliberately, as one layer — with the code-extracted facts as grounding, citations, and a human in the loop.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76856"/>
            <a:ext cx="384048" cy="384048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214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extraction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212140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fields from an ugly scanned invoice or a photographed receipt the regex can’t.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300984"/>
            <a:ext cx="384048" cy="384048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14553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Nuanced rules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14553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policy clauses that need real reading comprehension, not a pattern match.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5993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25112"/>
            <a:ext cx="384048" cy="384048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16966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416966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Say, in plain English, why a deterministic control flagged a payment.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8406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349240"/>
            <a:ext cx="384048" cy="384048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19379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519379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memo, the follow-up, the exception note for a human to approve.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not features — the finished work handed back.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1B2C4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22199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sec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28346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→ rulebook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procurement or travel policy becomes a structured, citeable rulebook — no model call for the common case.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1B2C4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22199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3-way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720840" y="28346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checks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20840" y="32461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↔ PO ↔ GRN reconciled, duplicates caught, verdict with citations — instantly.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1B2C4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450799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143000" y="51206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retirement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55321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reconciled against the advance: “recover ₦X / reimburse ₦Y,” problems flagged. No OCR.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425196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1B2C4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450799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append-only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20840" y="51206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20840" y="55321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and exportable — provenance a compliance tool lives or dies 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is a feature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 to fail safe — a bug in the fast path degrades gracefully, it never lies about progress.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 in the deterministic path falls back to the LLM — a bug can’t break a check.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5856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Code-level block wins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duplicate or mismatch already blocks a payment, the slow model call is skipped.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2452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Stale-guard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0120" y="4800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stuck background job surfaces an honest error instead of spinning forever.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2452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before deploy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629400" y="4800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the backend + builds the frontend on every push — broken code can’t ship silently.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&amp; model-proof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 AI gets better, the work gets better — at the same price.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3447288" cy="2560320"/>
          </a:xfrm>
          <a:prstGeom prst="roundRect">
            <a:avLst>
              <a:gd name="adj" fmla="val 3214"/>
            </a:avLst>
          </a:prstGeom>
          <a:solidFill>
            <a:srgbClr val="1B2C4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3474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marginal cost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42976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does ~80% of the work, so each additional check costs almost nothing.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26280" y="3200400"/>
            <a:ext cx="3447288" cy="2560320"/>
          </a:xfrm>
          <a:prstGeom prst="roundRect">
            <a:avLst>
              <a:gd name="adj" fmla="val 3214"/>
            </a:avLst>
          </a:prstGeom>
          <a:solidFill>
            <a:srgbClr val="1B2C4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3474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gains compound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00600" y="42976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LLM improves the judgment layer without changing the architecture or price.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3200400"/>
            <a:ext cx="3447288" cy="2560320"/>
          </a:xfrm>
          <a:prstGeom prst="roundRect">
            <a:avLst>
              <a:gd name="adj" fmla="val 3214"/>
            </a:avLst>
          </a:prstGeom>
          <a:solidFill>
            <a:srgbClr val="1B2C4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3474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is the workflow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03920" y="42976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rules, the pipeline, and accumulated data — not copyable code.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&amp; shipped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AI, and infrastructure — designed, built, and deployed to production solo.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66160" y="2011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TypeScript (strict) · Tailwind · shadcn/ui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35808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03580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66160" y="303580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· Pydantic v2 · PyMuPDF · openpyxl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05993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4059936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— Sonnet for judgment, Haiku for light tasks · prompt caching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08406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08406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&amp; CI/CD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66160" y="5084064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/ Terraform · Railway · Vercel · GitHub Actions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building it taught 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011680"/>
            <a:ext cx="502920" cy="502920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175564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 &gt; wrapping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21284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NOT to reach for the model is the senior skill. Most of the problem is better solved in fast, testable, auditable code.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27248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3584448"/>
            <a:ext cx="502920" cy="502920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332841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is designed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78561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degradation, fail-safe fallbacks, and honest error states are features you build in, not afterthoughts.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00016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7BD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5157216"/>
            <a:ext cx="502920" cy="502920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157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9011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is a discipline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5358384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crashes, middleware deadlocks, build-time env baking, broken pipelines — diagnosing production is half the craft.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DOCex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41248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does the certain. The model does the judgment. </a:t>
            </a:r>
            <a:pPr indent="0" marL="0">
              <a:buNone/>
            </a:pPr>
            <a:r>
              <a:rPr lang="en-US" sz="1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gets better as AI does.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41248" y="4754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link]  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[video]  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[repo]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Farid Abdurrahman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49840" y="18288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1498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2026-07-26T00:29:40Z</dcterms:created>
  <dcterms:modified xsi:type="dcterms:W3CDTF">2026-07-26T00:29:40Z</dcterms:modified>
</cp:coreProperties>
</file>