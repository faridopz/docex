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assets/docex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265176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documents into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decisions.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compliance and document-intelligence platform for teams that review documents in bulk — and have to defend every decision afterwards.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&amp; partner brief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founder@docex.app   ·   docex.app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documents. Read by hand. Every time.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Grants, finance, procurement and compliance teams receive documents in bulk — applications, invoices, policies, reports — and answer the same questions and check the same rules against each one, manually.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slow. It is inconsistent between reviewers. And it leaves no trail. When a donor or auditor asks why something was approved, the answer is buried in someone's inbox.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920240"/>
            <a:ext cx="3886200" cy="38404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0100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001000" y="2852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 a single review cycle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01000" y="3456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0100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asked of every applicant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46268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01000" y="5193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analyst time, per cycle, lost to reading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failures hiding in manual review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mage 0" descr="assets/icons/clock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disappear into reading. Good partners get missed because the deadline arrives before the pile is finished.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53128" y="21031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242316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1" name="Image 1" descr="assets/icons/scal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73168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reviewers, two answers. The standard applied to applicant 1 quietly drifts by applicant 80 — and no one can see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66176" y="2103120"/>
            <a:ext cx="3520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86216" y="242316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2" descr="assets/icons/doc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606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86216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Indefensible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86216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trail. When a funder or auditor asks 'why this one?', the reasoning lived in a person's head and an email thread.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DOCEX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system of record
</a:t>
            </a: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document-heavy review.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 reads a stack of documents and returns structured, cited answers — the source file, the exact quote, the page, and a confidence level. Define your questions or your policy once; run them the same way across one applicant or two hundred.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24231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29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0"/>
            <a:ext cx="24231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5029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5029200"/>
            <a:ext cx="24231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5029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5029200"/>
            <a:ext cx="242316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50292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field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capabilities, one engine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assets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6654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approvals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5420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becomes a reusable rulebook. Every payment gets a per-rule verdict — pass, flag, block — cited from both sides.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07992" y="18288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82880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1" name="Image 1" descr="assets/icons/file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0665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64024" y="25420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questions across a document stack. Each answer cites source file, exact quote, page and confidence.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75904" y="18288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182880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6" name="Image 2" descr="assets/icons/lay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0665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20299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31936" y="25420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questions and policy sets you run every cycle and apply them identically at scale.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4747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47472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3" descr="assets/icons/ban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1246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75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&amp; payment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96112" y="4187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attendance to a payment list, apply per-diem, and verify bank accounts before finance sees them.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07992" y="34747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47472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6" name="Image 4" descr="assets/icons/boo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371246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675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Q&amp;A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64024" y="4187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library of reports and decks; get answers with citations to the exact slide or page.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75904" y="34747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3474720"/>
            <a:ext cx="64008" cy="14173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1" name="Image 5" descr="assets/icons/badg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371246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36758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verification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631936" y="4187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 recipient matches the bank-of-record holder before money moves — one account or a schedule.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policy to a decision that holds up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14600"/>
            <a:ext cx="713232" cy="7132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policy into a rulebook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procurement, travel or donor policy. DOCex extracts every testable rule into a set you can edit.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5848" y="2862072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84448" y="22402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58768" y="2514600"/>
            <a:ext cx="713232" cy="7132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3858768" y="2514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58768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payment against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8768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the invoice or voucher. Every rule returns a verdict, cited from both the policy and the payment.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0216" y="2862072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28816" y="22402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2514600"/>
            <a:ext cx="713232" cy="7132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2514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03136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in one thread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3136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to a reviewer or query a vendor by email — the question, answer and trail stay in one place.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44584" y="2862072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73184" y="224028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47504" y="2514600"/>
            <a:ext cx="713232" cy="7132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9747504" y="2514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747504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with a frozen trail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47504" y="41148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check, escalation and sign-off is timestamped. Edit the policy a year later; the old audit stays intact.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chatbot can't give a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asset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219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11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Cited, not just confident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00200" y="24414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and verdict points back to the source — the exact quote, the page, the rule. Nothing to take on faith, which is the whole point when an auditor asks.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assets/icons/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54787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Repeatable, not one-off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600200" y="37673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saved rulebook or template runs identically on document 1 and document 200. Consistency a fresh prompt can never guarantee.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assets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8737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63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by design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600200" y="50932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Checks, escalations and signatures are timestamped and frozen. Yesterday's audit doesn't change when today's policy does.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on the hardest version of the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Connect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public-health NGO in Abuja whose sub-award team screens 200+ partner applications a cycle — 5–8 documents each, against ~15 standard questions. It is exactly the volume, variety and stakes DOCex was built for: real partners get overlooked when the reading runs past the deadline.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 collapses weeks of manual review into an afternoon — and applies one consistent standard to every applicant, with a citation behind every answer.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680960" y="1920240"/>
            <a:ext cx="3886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0" y="192024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20665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2633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screened in an afternoon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3246120"/>
            <a:ext cx="3886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0" y="324612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3392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hrs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0" y="3959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what took two weeks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572000"/>
            <a:ext cx="3886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0" y="457200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47183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955280" y="5285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standard, applied to every 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receives documents in bulk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engine, pointed at a different document set. Each is a team that reviews at volume and has to defend the outcome.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assets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33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finance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and vouchers against policy, with an audit trail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07992" y="23774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10" name="Image 1" descr="assets/icons/file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6334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2312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sub-awards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782312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applications screened against standard questions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75904" y="23774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14" name="Image 2" descr="assets/icons/scal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63347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50224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risk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650224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scanned for clauses, obligations and red flags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93192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18" name="Image 3" descr="assets/icons/ban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8795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4590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14400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proposals compared on the criteria that matter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07992" y="393192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22" name="Image 4" descr="assets/icons/doc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1879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82312" y="4590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782312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reconciliations checked at portfolio scale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375904" y="393192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pic>
        <p:nvPicPr>
          <p:cNvPr id="26" name="Image 5" descr="assets/icons/badg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18795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50224" y="4590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talent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650224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 and credentials matched against a role specification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team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36118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Hours, not weeks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cycle that consumed an analyst for a fortnight finishes in an afternoon — without cutting corners.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07992" y="219456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2194560"/>
            <a:ext cx="361188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honest standard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28032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criteria applied to the first file are applied to the last, so the strongest partners stop slipping through.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75904" y="219456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2194560"/>
            <a:ext cx="361188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95944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prep that's already done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95944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trail is captured as you work, the funder's question is answered before it's asked.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on your own documents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one real review cycle. Low lift, high signal — you see DOCex run against your documents, not a demo dataset.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6118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setup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agree the questions or policy that matter, and stand up your rulebooks and templates.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07992" y="2377440"/>
            <a:ext cx="36118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live cycle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28032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runs a real batch end-to-end. We tune against the edge cases your documents throw up.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75904" y="2377440"/>
            <a:ext cx="36118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95944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95944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decide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95944" y="3520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the results and the time saved together, and decide how to roll DOCex out from there.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are scoped per team, in conversation.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51215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6017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assets/docex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246888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cycle of real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documents. We'll do the rest.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41605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a real NGO office in Abuja, for every team that has to turn a pile of documents into a decision it can defend.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founder@docex.app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docex.app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DOCex — Investor &amp; Partner Brief</dc:title>
  <dc:subject>PptxGenJS Presentation</dc:subject>
  <dc:creator>DOCex</dc:creator>
  <cp:lastModifiedBy>DOCex</cp:lastModifiedBy>
  <cp:revision>1</cp:revision>
  <dcterms:created xsi:type="dcterms:W3CDTF">2026-06-11T08:43:12Z</dcterms:created>
  <dcterms:modified xsi:type="dcterms:W3CDTF">2026-06-11T08:43:12Z</dcterms:modified>
</cp:coreProperties>
</file>